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3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735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22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82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4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15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10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91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64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225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756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859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765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744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763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835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01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5DE09C4-0E5E-448C-B4D1-22F2384A7D4C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17E744-EE88-4CC0-A06E-5548E3178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15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TP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Configuration pc </a:t>
            </a:r>
            <a:r>
              <a:rPr lang="fr-FR" dirty="0"/>
              <a:t>é</a:t>
            </a:r>
            <a:r>
              <a:rPr lang="fr-FR" dirty="0" smtClean="0"/>
              <a:t>tudiant SIO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646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Ryzen</a:t>
            </a:r>
            <a:r>
              <a:rPr lang="fr-FR" dirty="0" smtClean="0"/>
              <a:t> 5 7600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Ryzen</a:t>
            </a:r>
            <a:r>
              <a:rPr lang="fr-FR" dirty="0" smtClean="0"/>
              <a:t> 5 = milieu de gamme (polyvalent, très bon rapport perf/prix)</a:t>
            </a:r>
          </a:p>
          <a:p>
            <a:r>
              <a:rPr lang="fr-FR" dirty="0" smtClean="0"/>
              <a:t>7600→ le modèle précis :</a:t>
            </a:r>
          </a:p>
          <a:p>
            <a:r>
              <a:rPr lang="fr-FR" dirty="0" smtClean="0"/>
              <a:t>Le “7” devant indique la génération (7ème génération = architecture Zen 4, sortie fin 2022).</a:t>
            </a:r>
          </a:p>
          <a:p>
            <a:r>
              <a:rPr lang="fr-FR" dirty="0" smtClean="0"/>
              <a:t>Le “600” précise le modèle dans cette génération</a:t>
            </a:r>
          </a:p>
          <a:p>
            <a:r>
              <a:rPr lang="fr-FR" dirty="0"/>
              <a:t>6 cœurs</a:t>
            </a:r>
            <a:endParaRPr lang="fr-FR" dirty="0"/>
          </a:p>
        </p:txBody>
      </p:sp>
      <p:pic>
        <p:nvPicPr>
          <p:cNvPr id="5" name="Picture 6" descr="Processeur AMD Ryzen 5 7600 - Processeurs - Achat &amp; prix | fna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704" y="3956559"/>
            <a:ext cx="2190242" cy="219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69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RAM DDR5-6000</a:t>
            </a:r>
            <a:r>
              <a:rPr lang="fr-FR" b="1" dirty="0" smtClean="0"/>
              <a:t> </a:t>
            </a:r>
            <a:r>
              <a:rPr lang="fr-FR" dirty="0" smtClean="0"/>
              <a:t>CL36</a:t>
            </a:r>
            <a:endParaRPr lang="fr-F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601" y="2596495"/>
            <a:ext cx="116227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DDR5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le type de mémoire vive (RAM). Plus récent et plus rapide que DDR4.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6000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la fréquence (en MHz). Ici 6000 MHz = RAM rapide.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CL36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la latence CAS (le délai avant que la RAM réponde à une requête). Plus le chiffre est bas, mieux c’est.</a:t>
            </a:r>
          </a:p>
        </p:txBody>
      </p:sp>
      <p:pic>
        <p:nvPicPr>
          <p:cNvPr id="1027" name="Picture 3" descr="Corsair Vengeance DDR5 32 Go (2 x 16 Go) 6000 MHz CL36 - Noi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09" y="3519826"/>
            <a:ext cx="3113204" cy="267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59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SSD WD Black SN850X 1 To </a:t>
            </a:r>
            <a:r>
              <a:rPr lang="en-US" dirty="0" err="1" smtClean="0"/>
              <a:t>NVMe</a:t>
            </a:r>
            <a:r>
              <a:rPr lang="en-US" dirty="0" smtClean="0"/>
              <a:t> Gen4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SN850X: Le SN850 est un SSD très rapide qui voit ses performances être améliorer grâce à la nouvelle version X </a:t>
            </a:r>
            <a:endParaRPr lang="fr-FR" dirty="0"/>
          </a:p>
        </p:txBody>
      </p:sp>
      <p:pic>
        <p:nvPicPr>
          <p:cNvPr id="6" name="Picture 2" descr="WD_BLACK SN850X SSD 1 To, Disque SSD interne avec dissipateur thermique,  Lecture jusqu'à 7300 Mo/s, écriture jusqu'à 6,600 Mo/s, Gaming SSD, Haute 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572" y="3210607"/>
            <a:ext cx="2936194" cy="293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28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Carte graphique (GPU du </a:t>
            </a:r>
            <a:r>
              <a:rPr lang="fr-FR" dirty="0" err="1" smtClean="0"/>
              <a:t>Ryzen</a:t>
            </a:r>
            <a:r>
              <a:rPr lang="fr-FR" dirty="0" smtClean="0"/>
              <a:t> 5 7600)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095832" y="2556931"/>
            <a:ext cx="9601196" cy="3318936"/>
          </a:xfrm>
        </p:spPr>
        <p:txBody>
          <a:bodyPr/>
          <a:lstStyle/>
          <a:p>
            <a:r>
              <a:rPr lang="fr-FR" dirty="0"/>
              <a:t>GPU </a:t>
            </a:r>
            <a:r>
              <a:rPr lang="fr-FR" dirty="0" err="1"/>
              <a:t>Ryzen</a:t>
            </a:r>
            <a:r>
              <a:rPr lang="fr-FR" dirty="0"/>
              <a:t> 57600 permet d’avoir un affichage sans carte graphique dédiée. Il suffit largement pour ton usage étudiant, mais il ne remplace pas une vraie carte graphique de gaming.</a:t>
            </a:r>
          </a:p>
          <a:p>
            <a:endParaRPr lang="fr-FR" dirty="0"/>
          </a:p>
        </p:txBody>
      </p:sp>
      <p:pic>
        <p:nvPicPr>
          <p:cNvPr id="7" name="Picture 2" descr="les 5 Meilleures Cartes Graphiques Pour Ryzen 5 7600X en 20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864" y="3599087"/>
            <a:ext cx="3462621" cy="225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89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Refroidissement</a:t>
            </a:r>
            <a:r>
              <a:rPr lang="en-US" dirty="0" smtClean="0"/>
              <a:t> (Be Quiet! Dark Rock Pro 5)</a:t>
            </a:r>
            <a:endParaRPr lang="fr-FR" dirty="0"/>
          </a:p>
        </p:txBody>
      </p:sp>
      <p:pic>
        <p:nvPicPr>
          <p:cNvPr id="8194" name="Picture 2" descr="be quiet! Dark Rock Pro 5 - Ventilateur processeur - LDLC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914" y="3164114"/>
            <a:ext cx="2493509" cy="249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Carte mère (ASUS Prime B650-PLUS WIFI)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Prime: « Série » de la carte </a:t>
            </a:r>
          </a:p>
          <a:p>
            <a:r>
              <a:rPr lang="fr-FR" dirty="0" smtClean="0"/>
              <a:t>B650: Le B signifie que c’est un milieu de gamme tandis que le nombre 650 représente la génération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Picture 2" descr="Carte mère - ASUS - PRIME B650M-A WIFI II - AMD B650 - Emplacement AM5  micro ATX - Cdiscount Informatiqu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028" y="3617006"/>
            <a:ext cx="2529795" cy="252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75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Boîtier (Corsair 4000D </a:t>
            </a:r>
            <a:r>
              <a:rPr lang="fr-FR" dirty="0" err="1" smtClean="0"/>
              <a:t>Airflow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6148" name="Picture 4" descr="CORSAIR 4000D AIRFLOW Boîtier ATX Mid-Tower en Verre Trempé – Débit d'Air  Élevé – Système de Destion des Câbles – Intérieur Spacieux – Deux  Ventilateurs de 120 mm Inclus – Noir : Amazon.fr: Informatiqu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318" y="2601006"/>
            <a:ext cx="3317875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5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Alimentation (Corsair RM650)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80+ Gold donc rendement entre 87 et 95%</a:t>
            </a:r>
          </a:p>
          <a:p>
            <a:r>
              <a:rPr lang="fr-FR" dirty="0" smtClean="0"/>
              <a:t>Moins de pertes d’énergie</a:t>
            </a:r>
          </a:p>
          <a:p>
            <a:r>
              <a:rPr lang="fr-FR" dirty="0" smtClean="0"/>
              <a:t>Plus fiable et durable</a:t>
            </a:r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</p:txBody>
      </p:sp>
      <p:pic>
        <p:nvPicPr>
          <p:cNvPr id="9" name="Picture 2" descr="Bloc d'alimentation - CORSAIR - Alimentation RM650 - 650W - 80 PLUS GOLD -  Modulaire - Noir - Cdiscount Informatiqu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684" y="3353330"/>
            <a:ext cx="2522538" cy="252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73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TOTAL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200" dirty="0"/>
              <a:t>AMD </a:t>
            </a:r>
            <a:r>
              <a:rPr lang="fr-FR" sz="2200" dirty="0" err="1"/>
              <a:t>Ryzen</a:t>
            </a:r>
            <a:r>
              <a:rPr lang="fr-FR" sz="2200" dirty="0"/>
              <a:t> 5 </a:t>
            </a:r>
            <a:r>
              <a:rPr lang="fr-FR" sz="2200" dirty="0" smtClean="0"/>
              <a:t>7600: ~190 </a:t>
            </a:r>
            <a:r>
              <a:rPr lang="fr-FR" sz="2200" dirty="0"/>
              <a:t>€</a:t>
            </a:r>
            <a:endParaRPr lang="fr-FR" sz="2200" dirty="0" smtClean="0"/>
          </a:p>
          <a:p>
            <a:r>
              <a:rPr lang="fr-FR" sz="2200" dirty="0"/>
              <a:t>ASUS Prime B650-PLUS </a:t>
            </a:r>
            <a:r>
              <a:rPr lang="fr-FR" sz="2200" dirty="0" smtClean="0"/>
              <a:t>WIFI: ~150</a:t>
            </a:r>
            <a:r>
              <a:rPr lang="fr-FR" sz="2200" dirty="0"/>
              <a:t> €</a:t>
            </a:r>
            <a:endParaRPr lang="fr-FR" sz="2200" dirty="0" smtClean="0"/>
          </a:p>
          <a:p>
            <a:r>
              <a:rPr lang="fr-FR" sz="2200" dirty="0"/>
              <a:t>32 Go DDR5-6000 </a:t>
            </a:r>
            <a:r>
              <a:rPr lang="fr-FR" sz="2200" dirty="0" smtClean="0"/>
              <a:t>CL36: ~150 </a:t>
            </a:r>
            <a:r>
              <a:rPr lang="fr-FR" sz="2200" dirty="0"/>
              <a:t>€</a:t>
            </a:r>
            <a:endParaRPr lang="fr-FR" sz="2200" dirty="0" smtClean="0"/>
          </a:p>
          <a:p>
            <a:r>
              <a:rPr lang="en-US" sz="2200" dirty="0"/>
              <a:t>WD Black SN850X 1 To </a:t>
            </a:r>
            <a:r>
              <a:rPr lang="en-US" sz="2200" dirty="0" err="1"/>
              <a:t>NVMe</a:t>
            </a:r>
            <a:r>
              <a:rPr lang="en-US" sz="2200" dirty="0"/>
              <a:t> </a:t>
            </a:r>
            <a:r>
              <a:rPr lang="en-US" sz="2200" dirty="0" smtClean="0"/>
              <a:t>Gen4: ~150</a:t>
            </a:r>
            <a:r>
              <a:rPr lang="fr-FR" sz="2200" dirty="0"/>
              <a:t> €</a:t>
            </a:r>
            <a:endParaRPr lang="en-US" sz="2200" dirty="0" smtClean="0"/>
          </a:p>
          <a:p>
            <a:r>
              <a:rPr lang="fr-FR" sz="2200" dirty="0" err="1"/>
              <a:t>iGPU</a:t>
            </a:r>
            <a:r>
              <a:rPr lang="fr-FR" sz="2200" dirty="0"/>
              <a:t> du </a:t>
            </a:r>
            <a:r>
              <a:rPr lang="fr-FR" sz="2200" dirty="0" err="1"/>
              <a:t>Ryzen</a:t>
            </a:r>
            <a:r>
              <a:rPr lang="fr-FR" sz="2200" dirty="0"/>
              <a:t> 5 </a:t>
            </a:r>
            <a:r>
              <a:rPr lang="fr-FR" sz="2200" dirty="0" smtClean="0"/>
              <a:t>7600: (prix inclus avec processeur) </a:t>
            </a:r>
          </a:p>
          <a:p>
            <a:r>
              <a:rPr lang="en-US" sz="2000" dirty="0"/>
              <a:t>Be Quiet! Dark Rock Pro </a:t>
            </a:r>
            <a:r>
              <a:rPr lang="en-US" sz="2000" dirty="0" smtClean="0"/>
              <a:t>5: ~110</a:t>
            </a:r>
            <a:r>
              <a:rPr lang="fr-FR" sz="2000" dirty="0"/>
              <a:t> €</a:t>
            </a:r>
            <a:endParaRPr lang="en-US" sz="2000" dirty="0" smtClean="0"/>
          </a:p>
          <a:p>
            <a:r>
              <a:rPr lang="fr-FR" sz="2000" dirty="0"/>
              <a:t>Corsair 4000D </a:t>
            </a:r>
            <a:r>
              <a:rPr lang="fr-FR" sz="2000" dirty="0" err="1" smtClean="0"/>
              <a:t>Airflow</a:t>
            </a:r>
            <a:r>
              <a:rPr lang="fr-FR" sz="2000" dirty="0" smtClean="0"/>
              <a:t>: ~70</a:t>
            </a:r>
            <a:r>
              <a:rPr lang="fr-FR" sz="2000" dirty="0"/>
              <a:t> €</a:t>
            </a:r>
            <a:endParaRPr lang="fr-FR" sz="2000" dirty="0" smtClean="0"/>
          </a:p>
          <a:p>
            <a:r>
              <a:rPr lang="fr-FR" sz="2000" dirty="0"/>
              <a:t>Corsair </a:t>
            </a:r>
            <a:r>
              <a:rPr lang="fr-FR" sz="2000" dirty="0" smtClean="0"/>
              <a:t>RM650: ~100</a:t>
            </a:r>
            <a:r>
              <a:rPr lang="fr-FR" sz="2200" dirty="0"/>
              <a:t> €</a:t>
            </a:r>
          </a:p>
          <a:p>
            <a:endParaRPr lang="en-US" dirty="0"/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168640" y="3255264"/>
            <a:ext cx="2877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TOTAL: ~1020 </a:t>
            </a:r>
            <a:r>
              <a:rPr lang="fr-FR" dirty="0"/>
              <a:t>€</a:t>
            </a:r>
          </a:p>
        </p:txBody>
      </p:sp>
    </p:spTree>
    <p:extLst>
      <p:ext uri="{BB962C8B-B14F-4D97-AF65-F5344CB8AC3E}">
        <p14:creationId xmlns:p14="http://schemas.microsoft.com/office/powerpoint/2010/main" val="24702880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78</TotalTime>
  <Words>320</Words>
  <Application>Microsoft Office PowerPoint</Application>
  <PresentationFormat>Grand écran</PresentationFormat>
  <Paragraphs>37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Organique</vt:lpstr>
      <vt:lpstr>TP 2</vt:lpstr>
      <vt:lpstr>Ryzen 5 7600 </vt:lpstr>
      <vt:lpstr>RAM DDR5-6000 CL36</vt:lpstr>
      <vt:lpstr>SSD WD Black SN850X 1 To NVMe Gen4</vt:lpstr>
      <vt:lpstr>Carte graphique (GPU du Ryzen 5 7600)</vt:lpstr>
      <vt:lpstr>Refroidissement (Be Quiet! Dark Rock Pro 5)</vt:lpstr>
      <vt:lpstr>Carte mère (ASUS Prime B650-PLUS WIFI) </vt:lpstr>
      <vt:lpstr>Boîtier (Corsair 4000D Airflow)</vt:lpstr>
      <vt:lpstr>Alimentation (Corsair RM650)</vt:lpstr>
      <vt:lpstr>TOTAL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Ilyes BEN AHMED</dc:creator>
  <cp:lastModifiedBy>Ilyes BEN AHMED</cp:lastModifiedBy>
  <cp:revision>8</cp:revision>
  <dcterms:created xsi:type="dcterms:W3CDTF">2025-09-27T11:10:33Z</dcterms:created>
  <dcterms:modified xsi:type="dcterms:W3CDTF">2025-09-27T12:55:03Z</dcterms:modified>
</cp:coreProperties>
</file>